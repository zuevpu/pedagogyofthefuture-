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4387175" cy="13716000"/>
  <p:notesSz cx="13716000" cy="24387175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Geologica Light" pitchFamily="2" charset="0"/>
      <p:regular r:id="rId9"/>
    </p:embeddedFont>
    <p:embeddedFont>
      <p:font typeface="Geologica SemiBold" pitchFamily="2" charset="0"/>
      <p:regular r:id="rId10"/>
      <p:bold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B2B"/>
    <a:srgbClr val="3E529B"/>
    <a:srgbClr val="3C519A"/>
    <a:srgbClr val="FE5400"/>
    <a:srgbClr val="11130D"/>
    <a:srgbClr val="BEA0FF"/>
    <a:srgbClr val="222222"/>
    <a:srgbClr val="4964AC"/>
    <a:srgbClr val="A2855F"/>
    <a:srgbClr val="213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08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947646-1C2B-91ED-1E76-7BDFC57C8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996964" y="4277580"/>
            <a:ext cx="11400059" cy="4377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 err="1">
                <a:solidFill>
                  <a:srgbClr val="2C2B2B"/>
                </a:solidFill>
                <a:latin typeface="Geologica SemiBold" pitchFamily="2" charset="0"/>
                <a:ea typeface="Mont Bold" pitchFamily="34" charset="-122"/>
                <a:cs typeface="Mont Bold" pitchFamily="34" charset="-120"/>
              </a:rPr>
              <a:t>Название</a:t>
            </a:r>
            <a:endParaRPr lang="en-US" sz="4400" dirty="0">
              <a:solidFill>
                <a:srgbClr val="2C2B2B"/>
              </a:solidFill>
              <a:latin typeface="Geologica SemiBold" pitchFamily="2" charset="0"/>
              <a:ea typeface="Mont Bold" pitchFamily="34" charset="-122"/>
              <a:cs typeface="Mont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96964" y="9014474"/>
            <a:ext cx="11400059" cy="7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3E529B"/>
                </a:solidFill>
                <a:latin typeface="Geologica SemiBold" pitchFamily="2" charset="0"/>
                <a:ea typeface="Mont Bold" pitchFamily="34" charset="-122"/>
                <a:cs typeface="Mont Bold" pitchFamily="34" charset="-120"/>
              </a:rPr>
              <a:t>АЛЕКСАНДР АЛЕКСАНДРОВ</a:t>
            </a:r>
            <a:endParaRPr lang="en-US" sz="4400" dirty="0">
              <a:solidFill>
                <a:srgbClr val="3E529B"/>
              </a:solidFill>
              <a:latin typeface="Geologica SemiBold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96964" y="9776238"/>
            <a:ext cx="11400059" cy="2005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3E529B"/>
                </a:solidFill>
                <a:latin typeface="Geologica Light" pitchFamily="2" charset="0"/>
                <a:ea typeface="Mont Regular" pitchFamily="34" charset="-122"/>
                <a:cs typeface="Mont Regular" pitchFamily="34" charset="-120"/>
              </a:rPr>
              <a:t>должность</a:t>
            </a:r>
            <a:endParaRPr lang="en-US" sz="2800" dirty="0">
              <a:solidFill>
                <a:srgbClr val="3E529B"/>
              </a:solidFill>
              <a:latin typeface="Geologica Ligh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9303E-A253-581A-12CD-0EF7D844C56A}"/>
              </a:ext>
            </a:extLst>
          </p:cNvPr>
          <p:cNvSpPr txBox="1"/>
          <p:nvPr/>
        </p:nvSpPr>
        <p:spPr>
          <a:xfrm>
            <a:off x="-789709" y="17664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C9EA8-ECC4-9131-D530-F4A81F24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" y="0"/>
            <a:ext cx="24385588" cy="1371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</Words>
  <Application>Microsoft Macintosh PowerPoint</Application>
  <PresentationFormat>Custom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Geologica SemiBold</vt:lpstr>
      <vt:lpstr>Calibri</vt:lpstr>
      <vt:lpstr>Arial</vt:lpstr>
      <vt:lpstr>Geologica Light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Кямран Лайпанов</cp:lastModifiedBy>
  <cp:revision>71</cp:revision>
  <dcterms:created xsi:type="dcterms:W3CDTF">2024-04-16T06:58:47Z</dcterms:created>
  <dcterms:modified xsi:type="dcterms:W3CDTF">2026-07-01T09:58:33Z</dcterms:modified>
</cp:coreProperties>
</file>